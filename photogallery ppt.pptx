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THURI KASTHURI" userId="16fc8a1eac0bcd9f" providerId="LiveId" clId="{B4CA1499-8B93-4AF8-9CC9-041C5CBC646A}"/>
    <pc:docChg chg="addSld modSld">
      <pc:chgData name="KASTHURI KASTHURI" userId="16fc8a1eac0bcd9f" providerId="LiveId" clId="{B4CA1499-8B93-4AF8-9CC9-041C5CBC646A}" dt="2026-02-09T13:07:46.432" v="21" actId="1076"/>
      <pc:docMkLst>
        <pc:docMk/>
      </pc:docMkLst>
      <pc:sldChg chg="addSp delSp modSp new mod">
        <pc:chgData name="KASTHURI KASTHURI" userId="16fc8a1eac0bcd9f" providerId="LiveId" clId="{B4CA1499-8B93-4AF8-9CC9-041C5CBC646A}" dt="2026-02-09T13:07:46.432" v="21" actId="1076"/>
        <pc:sldMkLst>
          <pc:docMk/>
          <pc:sldMk cId="2182735512" sldId="266"/>
        </pc:sldMkLst>
        <pc:spChg chg="mod">
          <ac:chgData name="KASTHURI KASTHURI" userId="16fc8a1eac0bcd9f" providerId="LiveId" clId="{B4CA1499-8B93-4AF8-9CC9-041C5CBC646A}" dt="2026-02-09T13:07:16.867" v="17" actId="20577"/>
          <ac:spMkLst>
            <pc:docMk/>
            <pc:sldMk cId="2182735512" sldId="266"/>
            <ac:spMk id="2" creationId="{9212B05C-24B6-196C-CA67-736D3544F2D8}"/>
          </ac:spMkLst>
        </pc:spChg>
        <pc:spChg chg="del">
          <ac:chgData name="KASTHURI KASTHURI" userId="16fc8a1eac0bcd9f" providerId="LiveId" clId="{B4CA1499-8B93-4AF8-9CC9-041C5CBC646A}" dt="2026-02-09T13:07:35.893" v="18" actId="22"/>
          <ac:spMkLst>
            <pc:docMk/>
            <pc:sldMk cId="2182735512" sldId="266"/>
            <ac:spMk id="3" creationId="{F73553FA-A69A-4BD5-030B-24EE4D15CFDA}"/>
          </ac:spMkLst>
        </pc:spChg>
        <pc:picChg chg="add mod ord">
          <ac:chgData name="KASTHURI KASTHURI" userId="16fc8a1eac0bcd9f" providerId="LiveId" clId="{B4CA1499-8B93-4AF8-9CC9-041C5CBC646A}" dt="2026-02-09T13:07:46.432" v="21" actId="1076"/>
          <ac:picMkLst>
            <pc:docMk/>
            <pc:sldMk cId="2182735512" sldId="266"/>
            <ac:picMk id="5" creationId="{3E016FC2-24A8-C968-73F2-5DE69C960E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>
                <a:solidFill>
                  <a:srgbClr val="3F51B5"/>
                </a:solidFill>
              </a:defRPr>
            </a:pPr>
            <a:r>
              <a:t>Responsive Image Gallery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HTML &amp; CSS Project</a:t>
            </a:r>
          </a:p>
          <a:p>
            <a:r>
              <a:t>Viva &amp; Exam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74054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4CAF50"/>
                </a:solidFill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2848" y="1664209"/>
            <a:ext cx="4882896" cy="2962656"/>
          </a:xfrm>
        </p:spPr>
        <p:txBody>
          <a:bodyPr/>
          <a:lstStyle/>
          <a:p>
            <a:pPr>
              <a:defRPr sz="1800"/>
            </a:pPr>
            <a:r>
              <a:rPr dirty="0"/>
              <a:t>This project focuses on creating a responsive image gallery using HTML and CSS. </a:t>
            </a:r>
            <a:endParaRPr lang="en-IN" dirty="0"/>
          </a:p>
          <a:p>
            <a:pPr>
              <a:defRPr sz="1800"/>
            </a:pPr>
            <a:endParaRPr lang="en-IN" dirty="0"/>
          </a:p>
          <a:p>
            <a:pPr>
              <a:defRPr sz="1800"/>
            </a:pPr>
            <a:endParaRPr lang="en-IN" dirty="0"/>
          </a:p>
          <a:p>
            <a:pPr>
              <a:defRPr sz="1800"/>
            </a:pPr>
            <a:r>
              <a:rPr dirty="0"/>
              <a:t>CSS Grid is used to adjust images automatically based on screen size, providing a clean and modern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92342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FF5722"/>
                </a:solidFill>
              </a:defRPr>
            </a:pPr>
            <a: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0300" y="1828801"/>
            <a:ext cx="4343400" cy="2322576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To design a responsive image gallery</a:t>
            </a:r>
          </a:p>
          <a:p>
            <a:pPr marL="0" indent="0">
              <a:buNone/>
              <a:defRPr sz="1800"/>
            </a:pPr>
            <a:r>
              <a:rPr dirty="0"/>
              <a:t>• To understand CSS Grid layout</a:t>
            </a:r>
          </a:p>
          <a:p>
            <a:pPr marL="0" indent="0">
              <a:buNone/>
              <a:defRPr sz="1800"/>
            </a:pPr>
            <a:r>
              <a:rPr dirty="0"/>
              <a:t>• To apply hover effects using CSS</a:t>
            </a:r>
          </a:p>
          <a:p>
            <a:pPr marL="0" indent="0">
              <a:buNone/>
              <a:defRPr sz="1800"/>
            </a:pPr>
            <a:r>
              <a:rPr dirty="0"/>
              <a:t>• To improve front-end design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247524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9C27B0"/>
                </a:solidFill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4328" y="1746505"/>
            <a:ext cx="3895344" cy="2624328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HTML5 – Structure of the webpage</a:t>
            </a:r>
          </a:p>
          <a:p>
            <a:pPr marL="0" indent="0">
              <a:buNone/>
              <a:defRPr sz="1800"/>
            </a:pPr>
            <a:r>
              <a:rPr dirty="0"/>
              <a:t>• CSS3 – Styling and layout</a:t>
            </a:r>
          </a:p>
          <a:p>
            <a:pPr marL="0" indent="0">
              <a:buNone/>
              <a:defRPr sz="1800"/>
            </a:pPr>
            <a:r>
              <a:rPr dirty="0"/>
              <a:t>• CSS Grid – Responsive design</a:t>
            </a:r>
          </a:p>
          <a:p>
            <a:pPr marL="0" indent="0">
              <a:buNone/>
              <a:defRPr sz="1800"/>
            </a:pPr>
            <a:r>
              <a:rPr dirty="0"/>
              <a:t>• Hover effects – User interaction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3A9F4"/>
                </a:solidFill>
              </a:defRPr>
            </a:pPr>
            <a:r>
              <a:t>HTML 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648456" cy="3026663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&lt;div class='gallery'&gt; acts as the container</a:t>
            </a:r>
          </a:p>
          <a:p>
            <a:pPr marL="0" indent="0">
              <a:buNone/>
              <a:defRPr sz="1800"/>
            </a:pPr>
            <a:r>
              <a:rPr dirty="0"/>
              <a:t>• &lt;</a:t>
            </a:r>
            <a:r>
              <a:rPr dirty="0" err="1"/>
              <a:t>img</a:t>
            </a:r>
            <a:r>
              <a:rPr dirty="0"/>
              <a:t>&gt; tags are used to display images</a:t>
            </a:r>
          </a:p>
          <a:p>
            <a:pPr marL="0" indent="0">
              <a:buNone/>
              <a:defRPr sz="1800"/>
            </a:pPr>
            <a:r>
              <a:rPr dirty="0"/>
              <a:t>• Semantic HTML improves readability</a:t>
            </a:r>
          </a:p>
          <a:p>
            <a:pPr marL="0" indent="0">
              <a:buNone/>
              <a:defRPr sz="1800"/>
            </a:pPr>
            <a:r>
              <a:rPr dirty="0"/>
              <a:t>• Easy to maintain and modify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583BD4-EAAB-04B2-B356-D3B2C653E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1280159"/>
            <a:ext cx="4254408" cy="35029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9688"/>
                </a:solidFill>
              </a:defRPr>
            </a:pPr>
            <a:r>
              <a:t>CSS 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1856232"/>
            <a:ext cx="3529584" cy="2578607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display: grid is used for layout</a:t>
            </a:r>
          </a:p>
          <a:p>
            <a:pPr marL="0" indent="0">
              <a:buNone/>
              <a:defRPr sz="1800"/>
            </a:pPr>
            <a:r>
              <a:rPr dirty="0"/>
              <a:t>• auto-fit adjusts columns automatically</a:t>
            </a:r>
          </a:p>
          <a:p>
            <a:pPr marL="0" indent="0">
              <a:buNone/>
              <a:defRPr sz="1800"/>
            </a:pPr>
            <a:r>
              <a:rPr dirty="0"/>
              <a:t>• minmax ensures responsiveness</a:t>
            </a:r>
          </a:p>
          <a:p>
            <a:pPr marL="0" indent="0">
              <a:buNone/>
              <a:defRPr sz="1800"/>
            </a:pPr>
            <a:r>
              <a:rPr dirty="0"/>
              <a:t>• box-shadow &amp; border-radius enhance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D7ED33-2AFE-A968-E129-B9BE87003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1445069"/>
            <a:ext cx="3954101" cy="31909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C107"/>
                </a:solidFill>
              </a:defRPr>
            </a:pPr>
            <a:r>
              <a:t>Sample Image Gallery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184" y="1920239"/>
            <a:ext cx="4462272" cy="2414017"/>
          </a:xfrm>
        </p:spPr>
        <p:txBody>
          <a:bodyPr/>
          <a:lstStyle/>
          <a:p>
            <a:pPr>
              <a:defRPr sz="1800"/>
            </a:pPr>
            <a:r>
              <a:rPr dirty="0"/>
              <a:t>Sample images are displayed in a grid format.</a:t>
            </a:r>
          </a:p>
          <a:p>
            <a:pPr>
              <a:defRPr sz="1800"/>
            </a:pPr>
            <a:r>
              <a:rPr dirty="0"/>
              <a:t>Images resize automatically and maintain aspect ratio using object-fit: cover.</a:t>
            </a:r>
          </a:p>
          <a:p>
            <a:pPr>
              <a:defRPr sz="1800"/>
            </a:pPr>
            <a:r>
              <a:rPr dirty="0"/>
              <a:t>Hovering over images provides a smooth zoom animation.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65C4C9-7F77-B7CB-C590-21A615FC6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280160"/>
            <a:ext cx="3993534" cy="34691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84" y="174054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4CAF50"/>
                </a:solidFill>
              </a:defRPr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4912" y="1600201"/>
            <a:ext cx="4206240" cy="2688336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dirty="0"/>
              <a:t>✔ Fully responsive</a:t>
            </a:r>
          </a:p>
          <a:p>
            <a:pPr marL="0" indent="0">
              <a:buNone/>
              <a:defRPr sz="1800"/>
            </a:pPr>
            <a:r>
              <a:rPr dirty="0"/>
              <a:t>✔ User-friendly interface</a:t>
            </a:r>
          </a:p>
          <a:p>
            <a:pPr marL="0" indent="0">
              <a:buNone/>
              <a:defRPr sz="1800"/>
            </a:pPr>
            <a:r>
              <a:rPr dirty="0"/>
              <a:t>✔ Modern web design</a:t>
            </a:r>
          </a:p>
          <a:p>
            <a:pPr marL="0" indent="0">
              <a:buNone/>
              <a:defRPr sz="1800"/>
            </a:pPr>
            <a:r>
              <a:rPr dirty="0"/>
              <a:t>✔ Easy customization</a:t>
            </a:r>
          </a:p>
          <a:p>
            <a:pPr marL="0" indent="0">
              <a:buNone/>
              <a:defRPr sz="1800"/>
            </a:pPr>
            <a:r>
              <a:rPr dirty="0"/>
              <a:t>✔ Lightweight and fast loading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795548"/>
                </a:solidFill>
              </a:defRPr>
            </a:pPr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6040" y="2011680"/>
            <a:ext cx="4270248" cy="3072384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Portfolio websites</a:t>
            </a:r>
          </a:p>
          <a:p>
            <a:pPr marL="0" indent="0">
              <a:buNone/>
              <a:defRPr sz="1800"/>
            </a:pPr>
            <a:r>
              <a:rPr dirty="0"/>
              <a:t>• Photo galleries</a:t>
            </a:r>
          </a:p>
          <a:p>
            <a:pPr marL="0" indent="0">
              <a:buNone/>
              <a:defRPr sz="1800"/>
            </a:pPr>
            <a:r>
              <a:rPr dirty="0"/>
              <a:t>• Blog websites</a:t>
            </a:r>
          </a:p>
          <a:p>
            <a:pPr marL="0" indent="0">
              <a:buNone/>
              <a:defRPr sz="1800"/>
            </a:pPr>
            <a:r>
              <a:rPr dirty="0"/>
              <a:t>• E-commerce product displays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2B05C-24B6-196C-CA67-736D3544F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 SCREENSHOT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016FC2-24A8-C968-73F2-5DE69C960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746" y="1600201"/>
            <a:ext cx="7610508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35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274638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F4433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4288" y="1664209"/>
            <a:ext cx="4709160" cy="2706623"/>
          </a:xfrm>
        </p:spPr>
        <p:txBody>
          <a:bodyPr/>
          <a:lstStyle/>
          <a:p>
            <a:pPr>
              <a:defRPr sz="1800"/>
            </a:pPr>
            <a:r>
              <a:rPr dirty="0"/>
              <a:t>Thus, the responsive image gallery is successfully created using HTML and CSS.</a:t>
            </a:r>
            <a:endParaRPr lang="en-IN" dirty="0"/>
          </a:p>
          <a:p>
            <a:pPr>
              <a:defRPr sz="1800"/>
            </a:pPr>
            <a:endParaRPr lang="en-IN" dirty="0"/>
          </a:p>
          <a:p>
            <a:pPr>
              <a:defRPr sz="1800"/>
            </a:pPr>
            <a:r>
              <a:rPr dirty="0"/>
              <a:t> This project helps in understanding responsive layouts and modern web design techniques.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261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Responsive Image Gallery</vt:lpstr>
      <vt:lpstr>Abstract</vt:lpstr>
      <vt:lpstr>Objective of the Project</vt:lpstr>
      <vt:lpstr>Technologies Used</vt:lpstr>
      <vt:lpstr>HTML Code Explanation</vt:lpstr>
      <vt:lpstr>CSS Code Explanation</vt:lpstr>
      <vt:lpstr>Sample Image Gallery</vt:lpstr>
      <vt:lpstr>Advantages</vt:lpstr>
      <vt:lpstr>Applications</vt:lpstr>
      <vt:lpstr>OUTPUT SCREENSHOT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KASTHURI KASTHURI</dc:creator>
  <cp:keywords/>
  <dc:description>generated using python-pptx</dc:description>
  <cp:lastModifiedBy>KASTHURI KASTHURI</cp:lastModifiedBy>
  <cp:revision>2</cp:revision>
  <dcterms:created xsi:type="dcterms:W3CDTF">2013-01-27T09:14:16Z</dcterms:created>
  <dcterms:modified xsi:type="dcterms:W3CDTF">2026-02-09T13:07:54Z</dcterms:modified>
  <cp:category/>
</cp:coreProperties>
</file>